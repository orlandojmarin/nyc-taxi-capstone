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from $1.14 to $1.26 per active minute.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at $1.52 per active minute. Queens offers a 14 percent earnings premium at $1.73 per active minute, driven by longer trips averaging $58 per fare. For drivers who can stay busy in Queens, particularly with airport runs, the per-minute return is higher.
All of these figures exclude tips to avoid the cash tip recording bias in the data. They represent fare revenue earned per minute of active driving time.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 We Would Do</a:t>
            </a:r>
          </a:p>
          <a:p>
            <a:pPr algn="ctr">
              <a:lnSpc>
                <a:spcPct val="150000"/>
              </a:lnSpc>
            </a:pPr>
            <a:r>
              <a:rPr lang="en-US" sz="1400">
                <a:solidFill>
                  <a:schemeClr val="accent1">
                    <a:lumMod val="76000"/>
                  </a:schemeClr>
                </a:solidFill>
              </a:rPr>
              <a:t>Extend the solution to additional cities</a:t>
            </a:r>
          </a:p>
          <a:p>
            <a:pPr algn="ctr">
              <a:lnSpc>
                <a:spcPct val="150000"/>
              </a:lnSpc>
            </a:pPr>
            <a:endParaRPr lang="en-US" sz="1400">
              <a:solidFill>
                <a:schemeClr val="accent1">
                  <a:lumMod val="76000"/>
                </a:schemeClr>
              </a:solidFill>
            </a:endParaRP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