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from $1.14 to $1.26 per active minute.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that's $1.52 per minute during clear weather rising to $1.64 during snow.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at $1.52 per active minute. Queens offers a 14 percent earnings premium at $1.73 per active minute, driven by longer trips averaging $58 per fare. For drivers who can stay busy in Queens, particularly with airport runs, the per-minute return is higher.
All of these figures exclude tips to avoid the cash tip recording bias in the data. They represent fare revenue earned per minute of active driving time.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identified three potential next steps to build on this solution.
First, real-time ingestion would allow trip and weather data to flow continuously, giving operators a more up-to-date view of demand during storms.
Second, machine learning forecasting could help predict demand changes before weather events occur, enabling more proactive planning.
Third, we would expand the analysis itself. Our current dataset covers January through May, so we're missing summer and fall seasonality. A full year of data would reveal whether these patterns hold across all seasons. We'd also incorporate rideshare data from Uber and Lyft to understand how surge pricing during adverse weather competes with traditional taxi demand.
Our top recommendation is real-time ingestion because it offers the greatest business value with the lowest implementation effort.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$1.52/min clear → $1.64/min snow (+8%)</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$1.52/min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$1.73/min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
        <p:nvSpPr>
          <p:cNvPr id="9" name="Rounded Rectangle 8"/>
          <p:cNvSpPr/>
          <p:nvPr/>
        </p:nvSpPr>
        <p:spPr>
          <a:xfrm>
            <a:off x="8200000" y="1000000"/>
            <a:ext cx="3600000" cy="48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Expanded Analysis</a:t>
            </a:r>
          </a:p>
          <a:p>
            <a:pPr>
              <a:spcBef>
                <a:spcPts val="1000"/>
              </a:spcBef>
            </a:pPr>
            <a:r>
              <a:rPr sz="1400" b="1">
                <a:solidFill>
                  <a:srgbClr val="E65100"/>
                </a:solidFill>
                <a:latin typeface="Trust Hartford Sans"/>
              </a:rPr>
              <a:t>What We Would Do</a:t>
            </a:r>
          </a:p>
          <a:p>
            <a:pPr>
              <a:spcBef>
                <a:spcPts val="600"/>
              </a:spcBef>
            </a:pPr>
            <a:r>
              <a:rPr sz="1400" b="0">
                <a:solidFill>
                  <a:srgbClr val="E65100"/>
                </a:solidFill>
                <a:latin typeface="Trust Hartford Sans"/>
              </a:rPr>
              <a:t>Extend to full-year data to capture seasonality (summer vs winter demand patterns)</a:t>
            </a:r>
          </a:p>
          <a:p>
            <a:pPr>
              <a:spcBef>
                <a:spcPts val="600"/>
              </a:spcBef>
            </a:pPr>
            <a:r>
              <a:rPr sz="1400" b="0">
                <a:solidFill>
                  <a:srgbClr val="E65100"/>
                </a:solidFill>
                <a:latin typeface="Trust Hartford Sans"/>
              </a:rPr>
              <a:t>Incorporate rideshare data (Uber, Lyft) to compare surge pricing behavior during adverse weather</a:t>
            </a:r>
          </a:p>
          <a:p>
            <a:pPr>
              <a:spcBef>
                <a:spcPts val="1000"/>
              </a:spcBef>
            </a:pPr>
            <a:r>
              <a:rPr sz="1400" b="1">
                <a:solidFill>
                  <a:srgbClr val="E65100"/>
                </a:solidFill>
                <a:latin typeface="Trust Hartford Sans"/>
              </a:rPr>
              <a:t>Business Benefit</a:t>
            </a:r>
          </a:p>
          <a:p>
            <a:pPr>
              <a:spcBef>
                <a:spcPts val="600"/>
              </a:spcBef>
            </a:pPr>
            <a:r>
              <a:rPr sz="1400" b="0">
                <a:solidFill>
                  <a:srgbClr val="E65100"/>
                </a:solidFill>
                <a:latin typeface="Trust Hartford Sans"/>
              </a:rPr>
              <a:t>Understand whether weather impacts differ across seasons and how surge pricing competes with taxi demand during storms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